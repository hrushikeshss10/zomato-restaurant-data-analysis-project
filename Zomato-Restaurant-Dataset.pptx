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Zomato Restaurant Dataset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Exploratory Data Analysis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80122"/>
            <a:ext cx="77988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Why Analyze Zomato Data?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042529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5F515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Market Trends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75976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Understand consumer behavior.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4042529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5F5153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4269343"/>
            <a:ext cx="29862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Optimize Operations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4759762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Extract meaningful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74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299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84947"/>
            <a:ext cx="4196358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559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Understand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04967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Structure &amp; characteristics.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0299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384947"/>
            <a:ext cx="4196358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559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Clean &amp; Preprocess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04967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Prepare data for analysis.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0299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384947"/>
            <a:ext cx="4196358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559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Analyze Trends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04967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Ratings, cost, cuisines, delivery.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Visualize Patterns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8291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Relationships between features.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164455"/>
            <a:ext cx="6407944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Derive Insights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58291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Business-oriented conclusions.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562832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Dataset Overview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45467" y="1454706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Attributes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545467" y="1886664"/>
            <a:ext cx="6074093" cy="184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Restaurant Name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City / Location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Cuisines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Average Cost for Two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Aggregate Rating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Online Delivery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Table Booking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45467" y="3863332"/>
            <a:ext cx="607409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Thousands of records across cities.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890611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Tools &amp; Methodology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18461" y="1454706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Programming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018461" y="1886664"/>
            <a:ext cx="607409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18461" y="2296954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Libraries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18461" y="2728913"/>
            <a:ext cx="6074093" cy="1054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Pandas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NumPy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Matplotlib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Seaborn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5467" y="1473041"/>
            <a:ext cx="6074093" cy="6074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64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Preparation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588901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7229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521339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Pandas, initial inspection.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88901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4722971"/>
            <a:ext cx="37076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Cleaning &amp; Preprocessing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521339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Missing values, numeric conversion, consistency.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91" y="647224"/>
            <a:ext cx="5194697" cy="613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Exploratory Analysis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991" y="1600319"/>
            <a:ext cx="3154799" cy="194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6991" y="3719870"/>
            <a:ext cx="2972514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Restaurant Distribution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86991" y="4128492"/>
            <a:ext cx="3154799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Density across cities.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078" y="1600319"/>
            <a:ext cx="3154918" cy="19498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54078" y="3719989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Ratings Analysis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4054078" y="4128611"/>
            <a:ext cx="315491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Common ranges, mid-to-high.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285" y="1600319"/>
            <a:ext cx="3154918" cy="19498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1285" y="3719989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Cost for Two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7421285" y="4128611"/>
            <a:ext cx="315491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Pricing ranges, outliers.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1600319"/>
            <a:ext cx="3154918" cy="19498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3719989"/>
            <a:ext cx="2899172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Online Delivery Impact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10788491" y="4128611"/>
            <a:ext cx="315491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Higher ratings with delivery.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991" y="4761190"/>
            <a:ext cx="3154799" cy="19497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6991" y="6880741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Cuisine Analysis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686991" y="7289363"/>
            <a:ext cx="3154799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Popularity, average ratings.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214688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Mid-Price Range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96240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Majority of restaurants.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214688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214688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471982"/>
            <a:ext cx="44373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Online Delivery Boosts Ratings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962400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Positive influence.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Cuisine Popularity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Certain cuisines better rated.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9434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Uneven Distribution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Restaurants across cities.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562832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Conclusion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45467" y="1440061"/>
            <a:ext cx="6074093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EDA provides valuable insights into Zomato restaurant trends and customer preferences.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545467" y="2099191"/>
            <a:ext cx="6074093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Helps owners and platforms make informed decisions on pricing, services, and market expansion.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27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Future Scope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95205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5F515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7621" y="2765227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Predict Ratings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99288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Apply ML models.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2595205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5F515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2498" y="2765227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55362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Sentiment Analysis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655362" y="3992880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Customer reviews.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809411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5F515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7621" y="4979432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0604" y="5716667"/>
            <a:ext cx="33591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Interactive Dashboards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20604" y="6207085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Power BI, Tableau.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809411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5F515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62498" y="4979432"/>
            <a:ext cx="340162" cy="3401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55362" y="5716667"/>
            <a:ext cx="33469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City-Specific Deep Dive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655362" y="6207085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Targeted analysis.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2026-01-28T05:42:18Z</dcterms:created>
  <dcterms:modified xsi:type="dcterms:W3CDTF">2026-01-28T05:42:18Z</dcterms:modified>
</cp:coreProperties>
</file>